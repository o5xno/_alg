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68" r:id="rId14"/>
    <p:sldId id="271" r:id="rId15"/>
    <p:sldId id="272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711B8-0651-4288-A342-900FFC4ED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217837-6191-403F-A6F2-E272864B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00E6B5-FAC1-4888-8355-3DC28E77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42DABD-86D7-4FD0-BBEF-9499A2C8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1AFA69-8562-4972-BA60-4A373613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28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75E100-80E8-443C-8AAC-06771805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B2740D-4A51-4A11-A380-7FB327F1A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6D9F34-BBE3-4029-A726-6512C622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7A300E-73DA-4145-BAF2-7B7983B0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EA0CD8-884B-4B31-93DF-7F627337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632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25CB80-2F98-4F7A-AD2D-18728691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752B39-D1B2-4A40-943F-150C31181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83E930-F3B3-45A8-AA17-BBDD0B79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DFA5B0-7ACA-437F-B177-D2C527DB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992D5B-DBD8-444A-8831-4526EA84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211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39CB95-0692-47A4-AE8C-0257642B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B3228B-A07A-41F9-B692-83088B7F1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F7EEDA-30EB-4C4C-9D23-638B62E5F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512725-FF72-4938-8804-CCAD6F2D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357E42-E1FC-4D53-B6CC-76C800EC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340FD0-F8F2-4D3A-ABA6-274030E6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95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D2329-4C56-4961-A090-3B846701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99E789-7391-495A-962F-C55F4603E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935348-0523-456D-854B-B7CFBBE8B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9C952A8-76C2-48D3-B923-1E43AD0A8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5D6E2E-FFAE-4BDF-B9B1-30C7A7952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FAFDD26-DE14-49BB-A78C-C4DE04137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CE3EF4-A5A7-48FC-98FC-D4F6EA6C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125CA3-AE63-41CD-A34E-B28DD2E9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56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8043E4-F84D-409D-8231-61A5DD3F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5E8BF11-8F92-4549-966B-62727C86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61BB48-D1D2-4B2F-90AD-2D9F52E3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AD23914-E940-4B42-9463-26164880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45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094CC56-DB0E-47E9-A325-01B7E6F9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34CB07-511A-4FAC-AFF6-22E9714E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F14572-DE0D-4C25-AF3A-B3B000BC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28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6923F-F7C8-4C2D-A8A8-EC7EDA753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BF4E04-2951-4BAC-ACA6-F4E8E4BD7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688693-73EC-40A4-B1AD-BED84516E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EEB4A7-7E16-4989-849B-0B337165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BEEC28-3FAA-4D0E-A1ED-FFDA0C72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FF20F5-F525-4201-B216-A0A5798F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85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2CA0B-2100-4F58-B9D2-A8C9D63B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9C3B01E-2DA1-48BB-8EE5-24C5E2A51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86B5B4-5F98-4227-A20E-D9395AE99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FB58BD-11E9-403B-92C2-24274A11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ED3F59-D9BB-46C3-B399-55015B50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1B400E-56FD-4A40-8254-4DD962E4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C6A3AB-68A5-4F50-807D-2882D153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3D3D62-D311-48F2-BD06-83DCB0300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77C3E8-3B84-4D5E-8BD4-DC40A20A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D624A5-4BD4-4B22-AC27-40C3E5DD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DF52BB-33A4-4936-AD36-0D9FE960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55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7EF0810-E805-4327-8785-E4EF0CC7D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EFCEC58-70A7-4DE1-A055-2724C35AD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5AC530-07C8-4480-BD86-2DD116B7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45944E-02D9-474F-BC01-791B240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88A473-B669-40D5-9343-F2C1E06F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440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4FEE950-03C0-4576-A5E4-3FF7FBD6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696FFA-BD4B-4FDF-B7CD-4414817A7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AD77DC-F212-4421-A526-AAF2F437D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A9058-667F-437E-B16C-7FCA97EF29A0}" type="datetimeFigureOut">
              <a:rPr lang="zh-TW" altLang="en-US" smtClean="0"/>
              <a:t>2024/12/13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28C211-2F59-4ECA-B2C2-99E49433F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FDF5FB-4E87-49E3-BD79-68CBF9955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7D39B-08F9-4533-8DCC-86AACD4FA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85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5211392" y="250567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/>
              <a:t>普通</a:t>
            </a:r>
          </a:p>
        </p:txBody>
      </p:sp>
    </p:spTree>
    <p:extLst>
      <p:ext uri="{BB962C8B-B14F-4D97-AF65-F5344CB8AC3E}">
        <p14:creationId xmlns:p14="http://schemas.microsoft.com/office/powerpoint/2010/main" val="214025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 R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4D95F7-73F8-4FE2-988E-D6A21F66301E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0</a:t>
            </a:r>
            <a:endParaRPr lang="zh-TW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801178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EEF8978-1B33-4C68-82EF-3D8233667CB6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1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BAA30525-89F5-4311-8A3C-B9D9B83FBDE8}"/>
              </a:ext>
            </a:extLst>
          </p:cNvPr>
          <p:cNvCxnSpPr>
            <a:cxnSpLocks/>
            <a:stCxn id="6" idx="6"/>
            <a:endCxn id="7" idx="4"/>
          </p:cNvCxnSpPr>
          <p:nvPr/>
        </p:nvCxnSpPr>
        <p:spPr>
          <a:xfrm flipV="1">
            <a:off x="4181260" y="1451811"/>
            <a:ext cx="1006068" cy="83877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7691732B-0060-499D-A5DD-45BA444D81A8}"/>
              </a:ext>
            </a:extLst>
          </p:cNvPr>
          <p:cNvCxnSpPr>
            <a:cxnSpLocks/>
            <a:stCxn id="7" idx="4"/>
            <a:endCxn id="8" idx="3"/>
          </p:cNvCxnSpPr>
          <p:nvPr/>
        </p:nvCxnSpPr>
        <p:spPr>
          <a:xfrm rot="5400000" flipH="1" flipV="1">
            <a:off x="5879432" y="632844"/>
            <a:ext cx="126863" cy="1511072"/>
          </a:xfrm>
          <a:prstGeom prst="curvedConnector3">
            <a:avLst>
              <a:gd name="adj1" fmla="val -180194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9532A5DA-7B2E-4AEB-86C7-CD2B15CA006C}"/>
              </a:ext>
            </a:extLst>
          </p:cNvPr>
          <p:cNvCxnSpPr>
            <a:cxnSpLocks/>
            <a:stCxn id="6" idx="7"/>
            <a:endCxn id="7" idx="2"/>
          </p:cNvCxnSpPr>
          <p:nvPr/>
        </p:nvCxnSpPr>
        <p:spPr>
          <a:xfrm rot="5400000" flipH="1" flipV="1">
            <a:off x="3921476" y="1151596"/>
            <a:ext cx="965637" cy="69979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1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1A58028-593A-4FD6-AB29-6B01532D066E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2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7B6370E2-0D68-45AB-989D-0842C401AEAD}"/>
              </a:ext>
            </a:extLst>
          </p:cNvPr>
          <p:cNvCxnSpPr>
            <a:cxnSpLocks/>
            <a:stCxn id="8" idx="4"/>
            <a:endCxn id="10" idx="2"/>
          </p:cNvCxnSpPr>
          <p:nvPr/>
        </p:nvCxnSpPr>
        <p:spPr>
          <a:xfrm rot="16200000" flipH="1">
            <a:off x="6923888" y="1532596"/>
            <a:ext cx="838774" cy="67720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54896176-19D5-4DD5-A896-C76CDDD3C5B0}"/>
              </a:ext>
            </a:extLst>
          </p:cNvPr>
          <p:cNvCxnSpPr>
            <a:cxnSpLocks/>
            <a:stCxn id="10" idx="2"/>
            <a:endCxn id="9" idx="2"/>
          </p:cNvCxnSpPr>
          <p:nvPr/>
        </p:nvCxnSpPr>
        <p:spPr>
          <a:xfrm rot="10800000" flipH="1" flipV="1">
            <a:off x="7681877" y="2290584"/>
            <a:ext cx="96252" cy="1564677"/>
          </a:xfrm>
          <a:prstGeom prst="curvedConnector3">
            <a:avLst>
              <a:gd name="adj1" fmla="val -237502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接點: 弧形 21">
            <a:extLst>
              <a:ext uri="{FF2B5EF4-FFF2-40B4-BE49-F238E27FC236}">
                <a16:creationId xmlns:a16="http://schemas.microsoft.com/office/drawing/2014/main" id="{058F4EE6-C1AA-49C2-95A6-A4F9F18A54FE}"/>
              </a:ext>
            </a:extLst>
          </p:cNvPr>
          <p:cNvCxnSpPr>
            <a:cxnSpLocks/>
            <a:stCxn id="7" idx="7"/>
            <a:endCxn id="8" idx="1"/>
          </p:cNvCxnSpPr>
          <p:nvPr/>
        </p:nvCxnSpPr>
        <p:spPr>
          <a:xfrm rot="5400000" flipH="1" flipV="1">
            <a:off x="6096001" y="110001"/>
            <a:ext cx="12700" cy="1204798"/>
          </a:xfrm>
          <a:prstGeom prst="curvedConnector3">
            <a:avLst>
              <a:gd name="adj1" fmla="val 2798921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27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81197F8-CCD1-467C-98D4-4DF4240C1EE3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3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41289D59-3927-4ACA-A88F-311B839B28D6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0800000" flipV="1">
            <a:off x="7004675" y="3855261"/>
            <a:ext cx="773455" cy="60673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AF0D5AE8-0A31-4A71-AE5F-17C5DA7A23F2}"/>
              </a:ext>
            </a:extLst>
          </p:cNvPr>
          <p:cNvCxnSpPr>
            <a:cxnSpLocks/>
            <a:stCxn id="11" idx="0"/>
            <a:endCxn id="5" idx="0"/>
          </p:cNvCxnSpPr>
          <p:nvPr/>
        </p:nvCxnSpPr>
        <p:spPr>
          <a:xfrm rot="16200000" flipV="1">
            <a:off x="6096001" y="3553324"/>
            <a:ext cx="12700" cy="181734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935383CF-F166-445C-9838-7CB995A7B4E3}"/>
              </a:ext>
            </a:extLst>
          </p:cNvPr>
          <p:cNvCxnSpPr>
            <a:cxnSpLocks/>
            <a:stCxn id="8" idx="6"/>
            <a:endCxn id="10" idx="0"/>
          </p:cNvCxnSpPr>
          <p:nvPr/>
        </p:nvCxnSpPr>
        <p:spPr>
          <a:xfrm>
            <a:off x="7437811" y="1018674"/>
            <a:ext cx="677203" cy="83877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7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7B92395-06C9-4513-BF65-9EFD12457B41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4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AF2D5275-8030-4530-8A32-C2E315B8AC20}"/>
              </a:ext>
            </a:extLst>
          </p:cNvPr>
          <p:cNvCxnSpPr>
            <a:cxnSpLocks/>
            <a:stCxn id="5" idx="0"/>
            <a:endCxn id="4" idx="6"/>
          </p:cNvCxnSpPr>
          <p:nvPr/>
        </p:nvCxnSpPr>
        <p:spPr>
          <a:xfrm rot="16200000" flipV="1">
            <a:off x="4380927" y="3655596"/>
            <a:ext cx="606735" cy="100606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3899F28B-B2FD-459C-BD32-186459581998}"/>
              </a:ext>
            </a:extLst>
          </p:cNvPr>
          <p:cNvCxnSpPr>
            <a:cxnSpLocks/>
            <a:stCxn id="4" idx="6"/>
            <a:endCxn id="6" idx="6"/>
          </p:cNvCxnSpPr>
          <p:nvPr/>
        </p:nvCxnSpPr>
        <p:spPr>
          <a:xfrm flipV="1">
            <a:off x="4181260" y="2290585"/>
            <a:ext cx="12700" cy="156467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5DDAAB63-BFB8-4F69-A9FB-135DB5A13A07}"/>
              </a:ext>
            </a:extLst>
          </p:cNvPr>
          <p:cNvCxnSpPr>
            <a:cxnSpLocks/>
            <a:stCxn id="9" idx="5"/>
            <a:endCxn id="11" idx="6"/>
          </p:cNvCxnSpPr>
          <p:nvPr/>
        </p:nvCxnSpPr>
        <p:spPr>
          <a:xfrm rot="5400000">
            <a:off x="7610877" y="3988471"/>
            <a:ext cx="733598" cy="107972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59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4C89841-E2EC-4A04-A773-6DB918D620B2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5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C4C2D88B-7A8B-4D37-AC10-EDCB9C096768}"/>
              </a:ext>
            </a:extLst>
          </p:cNvPr>
          <p:cNvCxnSpPr>
            <a:cxnSpLocks/>
          </p:cNvCxnSpPr>
          <p:nvPr/>
        </p:nvCxnSpPr>
        <p:spPr>
          <a:xfrm flipV="1">
            <a:off x="4181260" y="1451811"/>
            <a:ext cx="1006068" cy="83877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29BAB3CE-11C8-4EA0-9D0E-F4049BD08119}"/>
              </a:ext>
            </a:extLst>
          </p:cNvPr>
          <p:cNvCxnSpPr>
            <a:cxnSpLocks/>
            <a:stCxn id="7" idx="4"/>
            <a:endCxn id="8" idx="4"/>
          </p:cNvCxnSpPr>
          <p:nvPr/>
        </p:nvCxnSpPr>
        <p:spPr>
          <a:xfrm rot="16200000" flipH="1">
            <a:off x="6096001" y="543138"/>
            <a:ext cx="12700" cy="181734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A7C35A67-7C7F-4E4E-809B-CED062D7D4B0}"/>
              </a:ext>
            </a:extLst>
          </p:cNvPr>
          <p:cNvCxnSpPr>
            <a:cxnSpLocks/>
            <a:stCxn id="9" idx="4"/>
            <a:endCxn id="11" idx="6"/>
          </p:cNvCxnSpPr>
          <p:nvPr/>
        </p:nvCxnSpPr>
        <p:spPr>
          <a:xfrm rot="5400000">
            <a:off x="7521172" y="4205039"/>
            <a:ext cx="606735" cy="77345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4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98754" y="3429000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4BF662B-E186-4D82-AABA-FAAE1E3A268D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6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37FA0FF2-37B0-4773-9235-A142C24DE002}"/>
              </a:ext>
            </a:extLst>
          </p:cNvPr>
          <p:cNvCxnSpPr>
            <a:cxnSpLocks/>
            <a:stCxn id="10" idx="2"/>
            <a:endCxn id="9" idx="2"/>
          </p:cNvCxnSpPr>
          <p:nvPr/>
        </p:nvCxnSpPr>
        <p:spPr>
          <a:xfrm rot="10800000" flipH="1" flipV="1">
            <a:off x="7681876" y="2290585"/>
            <a:ext cx="116877" cy="1571552"/>
          </a:xfrm>
          <a:prstGeom prst="curvedConnector3">
            <a:avLst>
              <a:gd name="adj1" fmla="val -19559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E9FC9980-FFED-4691-AF23-404251F6CE85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 rot="16200000" flipH="1">
            <a:off x="6707320" y="1316027"/>
            <a:ext cx="965637" cy="98347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FFF8BF4A-C1FF-4A24-BC48-B8975703A714}"/>
              </a:ext>
            </a:extLst>
          </p:cNvPr>
          <p:cNvCxnSpPr>
            <a:cxnSpLocks/>
            <a:stCxn id="11" idx="4"/>
            <a:endCxn id="5" idx="5"/>
          </p:cNvCxnSpPr>
          <p:nvPr/>
        </p:nvCxnSpPr>
        <p:spPr>
          <a:xfrm rot="5400000" flipH="1">
            <a:off x="6185706" y="4509304"/>
            <a:ext cx="126863" cy="1511072"/>
          </a:xfrm>
          <a:prstGeom prst="curvedConnector3">
            <a:avLst>
              <a:gd name="adj1" fmla="val -180194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65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4F33F46-D502-4F6E-B0A1-0F7CB7607E88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7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EE9FFB40-E972-44D5-82AB-AA897BE43AC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0800000" flipV="1">
            <a:off x="7004675" y="3855261"/>
            <a:ext cx="773455" cy="60673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4FF89AC5-397F-41D9-9B4D-D8BB45E84BF2}"/>
              </a:ext>
            </a:extLst>
          </p:cNvPr>
          <p:cNvCxnSpPr>
            <a:cxnSpLocks/>
            <a:stCxn id="11" idx="0"/>
            <a:endCxn id="5" idx="0"/>
          </p:cNvCxnSpPr>
          <p:nvPr/>
        </p:nvCxnSpPr>
        <p:spPr>
          <a:xfrm rot="16200000" flipV="1">
            <a:off x="6096001" y="3553324"/>
            <a:ext cx="12700" cy="181734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063D4E7D-A714-484D-932F-373D751B8B16}"/>
              </a:ext>
            </a:extLst>
          </p:cNvPr>
          <p:cNvCxnSpPr>
            <a:cxnSpLocks/>
            <a:stCxn id="5" idx="2"/>
            <a:endCxn id="4" idx="4"/>
          </p:cNvCxnSpPr>
          <p:nvPr/>
        </p:nvCxnSpPr>
        <p:spPr>
          <a:xfrm rot="10800000">
            <a:off x="3748123" y="4288400"/>
            <a:ext cx="1006068" cy="60673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191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TR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C9BFFAF-6D59-4671-8AD4-064427CF2F3D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8</a:t>
            </a:r>
            <a:endParaRPr lang="zh-TW" altLang="en-US" sz="5000" dirty="0"/>
          </a:p>
        </p:txBody>
      </p: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E1119222-F96E-457B-BF77-B14C29139626}"/>
              </a:ext>
            </a:extLst>
          </p:cNvPr>
          <p:cNvCxnSpPr>
            <a:cxnSpLocks/>
            <a:stCxn id="4" idx="6"/>
            <a:endCxn id="6" idx="6"/>
          </p:cNvCxnSpPr>
          <p:nvPr/>
        </p:nvCxnSpPr>
        <p:spPr>
          <a:xfrm flipV="1">
            <a:off x="4181260" y="2290585"/>
            <a:ext cx="12700" cy="156467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F63EFD32-E571-490F-A59C-5FB4E0DDB2A1}"/>
              </a:ext>
            </a:extLst>
          </p:cNvPr>
          <p:cNvCxnSpPr>
            <a:cxnSpLocks/>
            <a:stCxn id="5" idx="0"/>
            <a:endCxn id="4" idx="6"/>
          </p:cNvCxnSpPr>
          <p:nvPr/>
        </p:nvCxnSpPr>
        <p:spPr>
          <a:xfrm rot="16200000" flipV="1">
            <a:off x="4380927" y="3655596"/>
            <a:ext cx="606735" cy="100606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3ABE5E90-EE2A-4B85-92A7-8762175D1FA2}"/>
              </a:ext>
            </a:extLst>
          </p:cNvPr>
          <p:cNvCxnSpPr>
            <a:cxnSpLocks/>
            <a:stCxn id="4" idx="2"/>
            <a:endCxn id="6" idx="2"/>
          </p:cNvCxnSpPr>
          <p:nvPr/>
        </p:nvCxnSpPr>
        <p:spPr>
          <a:xfrm rot="10800000">
            <a:off x="3314986" y="2290586"/>
            <a:ext cx="12700" cy="156467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84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5211392" y="250567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/>
              <a:t>忍者</a:t>
            </a:r>
          </a:p>
        </p:txBody>
      </p:sp>
    </p:spTree>
    <p:extLst>
      <p:ext uri="{BB962C8B-B14F-4D97-AF65-F5344CB8AC3E}">
        <p14:creationId xmlns:p14="http://schemas.microsoft.com/office/powerpoint/2010/main" val="245660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 R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1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4D95F7-73F8-4FE2-988E-D6A21F66301E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0</a:t>
            </a:r>
            <a:endParaRPr lang="zh-TW" altLang="en-US" sz="5000" dirty="0"/>
          </a:p>
        </p:txBody>
      </p:sp>
    </p:spTree>
    <p:extLst>
      <p:ext uri="{BB962C8B-B14F-4D97-AF65-F5344CB8AC3E}">
        <p14:creationId xmlns:p14="http://schemas.microsoft.com/office/powerpoint/2010/main" val="12777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0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4D95F7-73F8-4FE2-988E-D6A21F66301E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1</a:t>
            </a:r>
            <a:endParaRPr lang="zh-TW" altLang="en-US" sz="50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1A9B8AD-D865-46F3-8D0A-D26D02F1DAAC}"/>
              </a:ext>
            </a:extLst>
          </p:cNvPr>
          <p:cNvSpPr txBox="1"/>
          <p:nvPr/>
        </p:nvSpPr>
        <p:spPr>
          <a:xfrm>
            <a:off x="811272" y="5190767"/>
            <a:ext cx="2248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/>
              <a:t>週期</a:t>
            </a:r>
            <a:r>
              <a:rPr lang="en-US" altLang="zh-TW" sz="5400" dirty="0"/>
              <a:t>=2</a:t>
            </a:r>
            <a:endParaRPr lang="zh-TW" altLang="en-US" sz="5400" dirty="0"/>
          </a:p>
        </p:txBody>
      </p:sp>
      <p:cxnSp>
        <p:nvCxnSpPr>
          <p:cNvPr id="25" name="接點: 弧形 24">
            <a:extLst>
              <a:ext uri="{FF2B5EF4-FFF2-40B4-BE49-F238E27FC236}">
                <a16:creationId xmlns:a16="http://schemas.microsoft.com/office/drawing/2014/main" id="{615F28A9-BC42-40CE-9706-45C3766CE7F9}"/>
              </a:ext>
            </a:extLst>
          </p:cNvPr>
          <p:cNvCxnSpPr>
            <a:cxnSpLocks/>
            <a:stCxn id="6" idx="6"/>
            <a:endCxn id="8" idx="3"/>
          </p:cNvCxnSpPr>
          <p:nvPr/>
        </p:nvCxnSpPr>
        <p:spPr>
          <a:xfrm flipV="1">
            <a:off x="4181260" y="1324948"/>
            <a:ext cx="2517140" cy="96563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接點: 弧形 27">
            <a:extLst>
              <a:ext uri="{FF2B5EF4-FFF2-40B4-BE49-F238E27FC236}">
                <a16:creationId xmlns:a16="http://schemas.microsoft.com/office/drawing/2014/main" id="{1E2BEB2C-E1AD-479E-80D5-0F66305AB50B}"/>
              </a:ext>
            </a:extLst>
          </p:cNvPr>
          <p:cNvCxnSpPr>
            <a:cxnSpLocks/>
            <a:stCxn id="6" idx="6"/>
            <a:endCxn id="7" idx="4"/>
          </p:cNvCxnSpPr>
          <p:nvPr/>
        </p:nvCxnSpPr>
        <p:spPr>
          <a:xfrm flipV="1">
            <a:off x="4181260" y="1451811"/>
            <a:ext cx="1006067" cy="83877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B5550E06-883B-4013-B6A5-F2142A2417E2}"/>
              </a:ext>
            </a:extLst>
          </p:cNvPr>
          <p:cNvCxnSpPr>
            <a:cxnSpLocks/>
            <a:stCxn id="7" idx="4"/>
            <a:endCxn id="8" idx="3"/>
          </p:cNvCxnSpPr>
          <p:nvPr/>
        </p:nvCxnSpPr>
        <p:spPr>
          <a:xfrm rot="5400000" flipH="1" flipV="1">
            <a:off x="5879431" y="632843"/>
            <a:ext cx="126863" cy="1511073"/>
          </a:xfrm>
          <a:prstGeom prst="curvedConnector3">
            <a:avLst>
              <a:gd name="adj1" fmla="val -18019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371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0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4D95F7-73F8-4FE2-988E-D6A21F66301E}"/>
              </a:ext>
            </a:extLst>
          </p:cNvPr>
          <p:cNvSpPr txBox="1"/>
          <p:nvPr/>
        </p:nvSpPr>
        <p:spPr>
          <a:xfrm>
            <a:off x="5844482" y="2482160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2</a:t>
            </a:r>
            <a:endParaRPr lang="zh-TW" altLang="en-US" sz="50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1A9B8AD-D865-46F3-8D0A-D26D02F1DAAC}"/>
              </a:ext>
            </a:extLst>
          </p:cNvPr>
          <p:cNvSpPr txBox="1"/>
          <p:nvPr/>
        </p:nvSpPr>
        <p:spPr>
          <a:xfrm>
            <a:off x="811272" y="5190767"/>
            <a:ext cx="2248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/>
              <a:t>週期</a:t>
            </a:r>
            <a:r>
              <a:rPr lang="en-US" altLang="zh-TW" sz="5400" dirty="0"/>
              <a:t>=4</a:t>
            </a:r>
            <a:endParaRPr lang="zh-TW" altLang="en-US" sz="5400" dirty="0"/>
          </a:p>
        </p:txBody>
      </p:sp>
      <p:cxnSp>
        <p:nvCxnSpPr>
          <p:cNvPr id="25" name="接點: 弧形 24">
            <a:extLst>
              <a:ext uri="{FF2B5EF4-FFF2-40B4-BE49-F238E27FC236}">
                <a16:creationId xmlns:a16="http://schemas.microsoft.com/office/drawing/2014/main" id="{615F28A9-BC42-40CE-9706-45C3766CE7F9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rot="10800000" flipV="1">
            <a:off x="5187329" y="1018673"/>
            <a:ext cx="1384209" cy="344332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接點: 弧形 27">
            <a:extLst>
              <a:ext uri="{FF2B5EF4-FFF2-40B4-BE49-F238E27FC236}">
                <a16:creationId xmlns:a16="http://schemas.microsoft.com/office/drawing/2014/main" id="{1E2BEB2C-E1AD-479E-80D5-0F66305AB50B}"/>
              </a:ext>
            </a:extLst>
          </p:cNvPr>
          <p:cNvCxnSpPr>
            <a:cxnSpLocks/>
            <a:stCxn id="10" idx="2"/>
            <a:endCxn id="9" idx="2"/>
          </p:cNvCxnSpPr>
          <p:nvPr/>
        </p:nvCxnSpPr>
        <p:spPr>
          <a:xfrm rot="10800000" flipH="1" flipV="1">
            <a:off x="7681877" y="2290584"/>
            <a:ext cx="96252" cy="1564677"/>
          </a:xfrm>
          <a:prstGeom prst="curvedConnector3">
            <a:avLst>
              <a:gd name="adj1" fmla="val -237502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B5550E06-883B-4013-B6A5-F2142A2417E2}"/>
              </a:ext>
            </a:extLst>
          </p:cNvPr>
          <p:cNvCxnSpPr>
            <a:cxnSpLocks/>
            <a:stCxn id="11" idx="0"/>
            <a:endCxn id="5" idx="0"/>
          </p:cNvCxnSpPr>
          <p:nvPr/>
        </p:nvCxnSpPr>
        <p:spPr>
          <a:xfrm rot="16200000" flipV="1">
            <a:off x="6096001" y="3553324"/>
            <a:ext cx="12700" cy="181734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CC89349B-C721-4676-AB16-AB17E46047F2}"/>
              </a:ext>
            </a:extLst>
          </p:cNvPr>
          <p:cNvCxnSpPr>
            <a:cxnSpLocks/>
            <a:stCxn id="8" idx="4"/>
            <a:endCxn id="10" idx="2"/>
          </p:cNvCxnSpPr>
          <p:nvPr/>
        </p:nvCxnSpPr>
        <p:spPr>
          <a:xfrm rot="16200000" flipH="1">
            <a:off x="6923888" y="1532596"/>
            <a:ext cx="838774" cy="67720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接點: 弧形 28">
            <a:extLst>
              <a:ext uri="{FF2B5EF4-FFF2-40B4-BE49-F238E27FC236}">
                <a16:creationId xmlns:a16="http://schemas.microsoft.com/office/drawing/2014/main" id="{2253C04E-8101-40F5-8BE1-F530CBF8114B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0800000" flipV="1">
            <a:off x="7004675" y="3855261"/>
            <a:ext cx="773455" cy="60673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683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755B9111-F2FD-4139-ACB1-0634F3FFA479}"/>
              </a:ext>
            </a:extLst>
          </p:cNvPr>
          <p:cNvSpPr/>
          <p:nvPr/>
        </p:nvSpPr>
        <p:spPr>
          <a:xfrm>
            <a:off x="3314986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0569724-AC13-4B78-B375-12BF701479B0}"/>
              </a:ext>
            </a:extLst>
          </p:cNvPr>
          <p:cNvSpPr/>
          <p:nvPr/>
        </p:nvSpPr>
        <p:spPr>
          <a:xfrm>
            <a:off x="4754191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TR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525AF56-6541-4A79-A421-62D8C586EA68}"/>
              </a:ext>
            </a:extLst>
          </p:cNvPr>
          <p:cNvSpPr/>
          <p:nvPr/>
        </p:nvSpPr>
        <p:spPr>
          <a:xfrm>
            <a:off x="3314986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249F679-ACFE-4C71-8E79-E863E4D0EDC7}"/>
              </a:ext>
            </a:extLst>
          </p:cNvPr>
          <p:cNvSpPr/>
          <p:nvPr/>
        </p:nvSpPr>
        <p:spPr>
          <a:xfrm>
            <a:off x="4754190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DB8015C-623A-49BE-AEC7-776608B11163}"/>
              </a:ext>
            </a:extLst>
          </p:cNvPr>
          <p:cNvSpPr/>
          <p:nvPr/>
        </p:nvSpPr>
        <p:spPr>
          <a:xfrm>
            <a:off x="6571537" y="58553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C4424A-61C2-491E-8E0A-52DABEF9B847}"/>
              </a:ext>
            </a:extLst>
          </p:cNvPr>
          <p:cNvSpPr/>
          <p:nvPr/>
        </p:nvSpPr>
        <p:spPr>
          <a:xfrm>
            <a:off x="7778129" y="3422125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96ABEE3-A635-4541-846F-EBF25F7C5495}"/>
              </a:ext>
            </a:extLst>
          </p:cNvPr>
          <p:cNvSpPr/>
          <p:nvPr/>
        </p:nvSpPr>
        <p:spPr>
          <a:xfrm>
            <a:off x="7681877" y="1857448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12AD604-A179-4A05-9E29-3B4E8DA1E3F5}"/>
              </a:ext>
            </a:extLst>
          </p:cNvPr>
          <p:cNvSpPr/>
          <p:nvPr/>
        </p:nvSpPr>
        <p:spPr>
          <a:xfrm>
            <a:off x="6571537" y="4461997"/>
            <a:ext cx="866274" cy="86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30AB88-D1B7-40FE-81A2-E557E1839F0A}"/>
              </a:ext>
            </a:extLst>
          </p:cNvPr>
          <p:cNvSpPr txBox="1"/>
          <p:nvPr/>
        </p:nvSpPr>
        <p:spPr>
          <a:xfrm>
            <a:off x="811272" y="1865230"/>
            <a:ext cx="1588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/>
              <a:t>head</a:t>
            </a:r>
            <a:endParaRPr lang="zh-TW" altLang="en-US" sz="54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05E28F3-FF7A-47B8-8DCE-37C677EE77DD}"/>
              </a:ext>
            </a:extLst>
          </p:cNvPr>
          <p:cNvSpPr/>
          <p:nvPr/>
        </p:nvSpPr>
        <p:spPr>
          <a:xfrm>
            <a:off x="2558143" y="2034125"/>
            <a:ext cx="598141" cy="585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4D95F7-73F8-4FE2-988E-D6A21F66301E}"/>
              </a:ext>
            </a:extLst>
          </p:cNvPr>
          <p:cNvSpPr txBox="1"/>
          <p:nvPr/>
        </p:nvSpPr>
        <p:spPr>
          <a:xfrm>
            <a:off x="5711561" y="2555851"/>
            <a:ext cx="503035" cy="86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0" dirty="0"/>
              <a:t>3</a:t>
            </a:r>
            <a:endParaRPr lang="zh-TW" altLang="en-US" sz="50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1A9B8AD-D865-46F3-8D0A-D26D02F1DAAC}"/>
              </a:ext>
            </a:extLst>
          </p:cNvPr>
          <p:cNvSpPr txBox="1"/>
          <p:nvPr/>
        </p:nvSpPr>
        <p:spPr>
          <a:xfrm>
            <a:off x="811272" y="5190767"/>
            <a:ext cx="2248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/>
              <a:t>週期</a:t>
            </a:r>
            <a:r>
              <a:rPr lang="en-US" altLang="zh-TW" sz="5400" dirty="0"/>
              <a:t>=8</a:t>
            </a:r>
            <a:endParaRPr lang="zh-TW" altLang="en-US" sz="5400" dirty="0"/>
          </a:p>
        </p:txBody>
      </p:sp>
      <p:cxnSp>
        <p:nvCxnSpPr>
          <p:cNvPr id="28" name="接點: 弧形 27">
            <a:extLst>
              <a:ext uri="{FF2B5EF4-FFF2-40B4-BE49-F238E27FC236}">
                <a16:creationId xmlns:a16="http://schemas.microsoft.com/office/drawing/2014/main" id="{1E2BEB2C-E1AD-479E-80D5-0F66305AB50B}"/>
              </a:ext>
            </a:extLst>
          </p:cNvPr>
          <p:cNvCxnSpPr>
            <a:cxnSpLocks/>
            <a:stCxn id="4" idx="6"/>
            <a:endCxn id="6" idx="6"/>
          </p:cNvCxnSpPr>
          <p:nvPr/>
        </p:nvCxnSpPr>
        <p:spPr>
          <a:xfrm flipV="1">
            <a:off x="4181260" y="2290585"/>
            <a:ext cx="12700" cy="156467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B5550E06-883B-4013-B6A5-F2142A2417E2}"/>
              </a:ext>
            </a:extLst>
          </p:cNvPr>
          <p:cNvCxnSpPr>
            <a:cxnSpLocks/>
            <a:stCxn id="11" idx="1"/>
            <a:endCxn id="5" idx="0"/>
          </p:cNvCxnSpPr>
          <p:nvPr/>
        </p:nvCxnSpPr>
        <p:spPr>
          <a:xfrm rot="16200000" flipV="1">
            <a:off x="5879433" y="3769893"/>
            <a:ext cx="126863" cy="1511072"/>
          </a:xfrm>
          <a:prstGeom prst="curvedConnector3">
            <a:avLst>
              <a:gd name="adj1" fmla="val 28019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接點: 弧形 18">
            <a:extLst>
              <a:ext uri="{FF2B5EF4-FFF2-40B4-BE49-F238E27FC236}">
                <a16:creationId xmlns:a16="http://schemas.microsoft.com/office/drawing/2014/main" id="{CC89349B-C721-4676-AB16-AB17E46047F2}"/>
              </a:ext>
            </a:extLst>
          </p:cNvPr>
          <p:cNvCxnSpPr>
            <a:cxnSpLocks/>
            <a:stCxn id="6" idx="6"/>
            <a:endCxn id="7" idx="4"/>
          </p:cNvCxnSpPr>
          <p:nvPr/>
        </p:nvCxnSpPr>
        <p:spPr>
          <a:xfrm flipV="1">
            <a:off x="4181260" y="1451811"/>
            <a:ext cx="1006067" cy="83877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接點: 弧形 20">
            <a:extLst>
              <a:ext uri="{FF2B5EF4-FFF2-40B4-BE49-F238E27FC236}">
                <a16:creationId xmlns:a16="http://schemas.microsoft.com/office/drawing/2014/main" id="{584E12EA-8D75-4819-B16F-AD5CB713BA12}"/>
              </a:ext>
            </a:extLst>
          </p:cNvPr>
          <p:cNvCxnSpPr>
            <a:cxnSpLocks/>
            <a:stCxn id="5" idx="0"/>
            <a:endCxn id="4" idx="6"/>
          </p:cNvCxnSpPr>
          <p:nvPr/>
        </p:nvCxnSpPr>
        <p:spPr>
          <a:xfrm rot="16200000" flipV="1">
            <a:off x="4380927" y="3655596"/>
            <a:ext cx="606735" cy="100606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接點: 弧形 31">
            <a:extLst>
              <a:ext uri="{FF2B5EF4-FFF2-40B4-BE49-F238E27FC236}">
                <a16:creationId xmlns:a16="http://schemas.microsoft.com/office/drawing/2014/main" id="{03B45E49-3852-49B8-BF80-2F8EF85444FC}"/>
              </a:ext>
            </a:extLst>
          </p:cNvPr>
          <p:cNvCxnSpPr>
            <a:cxnSpLocks/>
            <a:stCxn id="7" idx="4"/>
            <a:endCxn id="8" idx="3"/>
          </p:cNvCxnSpPr>
          <p:nvPr/>
        </p:nvCxnSpPr>
        <p:spPr>
          <a:xfrm rot="5400000" flipH="1" flipV="1">
            <a:off x="5879431" y="632843"/>
            <a:ext cx="126863" cy="1511073"/>
          </a:xfrm>
          <a:prstGeom prst="curvedConnector3">
            <a:avLst>
              <a:gd name="adj1" fmla="val -180194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5" name="接點: 弧形 34">
            <a:extLst>
              <a:ext uri="{FF2B5EF4-FFF2-40B4-BE49-F238E27FC236}">
                <a16:creationId xmlns:a16="http://schemas.microsoft.com/office/drawing/2014/main" id="{AC8B6847-C189-4BE5-B6E8-C7AAF00AC651}"/>
              </a:ext>
            </a:extLst>
          </p:cNvPr>
          <p:cNvCxnSpPr>
            <a:cxnSpLocks/>
            <a:stCxn id="8" idx="3"/>
            <a:endCxn id="10" idx="2"/>
          </p:cNvCxnSpPr>
          <p:nvPr/>
        </p:nvCxnSpPr>
        <p:spPr>
          <a:xfrm rot="16200000" flipH="1">
            <a:off x="6707320" y="1316027"/>
            <a:ext cx="965637" cy="98347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接點: 弧形 38">
            <a:extLst>
              <a:ext uri="{FF2B5EF4-FFF2-40B4-BE49-F238E27FC236}">
                <a16:creationId xmlns:a16="http://schemas.microsoft.com/office/drawing/2014/main" id="{A67198B0-A223-498B-9638-4A6B86DC23CE}"/>
              </a:ext>
            </a:extLst>
          </p:cNvPr>
          <p:cNvCxnSpPr>
            <a:cxnSpLocks/>
            <a:stCxn id="10" idx="2"/>
            <a:endCxn id="9" idx="2"/>
          </p:cNvCxnSpPr>
          <p:nvPr/>
        </p:nvCxnSpPr>
        <p:spPr>
          <a:xfrm rot="10800000" flipH="1" flipV="1">
            <a:off x="7681877" y="2290584"/>
            <a:ext cx="96252" cy="1564677"/>
          </a:xfrm>
          <a:prstGeom prst="curvedConnector3">
            <a:avLst>
              <a:gd name="adj1" fmla="val -237502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接點: 弧形 40">
            <a:extLst>
              <a:ext uri="{FF2B5EF4-FFF2-40B4-BE49-F238E27FC236}">
                <a16:creationId xmlns:a16="http://schemas.microsoft.com/office/drawing/2014/main" id="{7C40F8F1-3DDA-4DAB-B5F6-0799153471EB}"/>
              </a:ext>
            </a:extLst>
          </p:cNvPr>
          <p:cNvCxnSpPr>
            <a:cxnSpLocks/>
            <a:stCxn id="9" idx="2"/>
            <a:endCxn id="11" idx="1"/>
          </p:cNvCxnSpPr>
          <p:nvPr/>
        </p:nvCxnSpPr>
        <p:spPr>
          <a:xfrm rot="10800000" flipV="1">
            <a:off x="6698401" y="3855262"/>
            <a:ext cx="1079729" cy="73359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724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62</Words>
  <Application>Microsoft Office PowerPoint</Application>
  <PresentationFormat>寬螢幕</PresentationFormat>
  <Paragraphs>53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丞恩 吳</dc:creator>
  <cp:lastModifiedBy>丞恩 吳</cp:lastModifiedBy>
  <cp:revision>5</cp:revision>
  <dcterms:created xsi:type="dcterms:W3CDTF">2024-12-11T08:53:30Z</dcterms:created>
  <dcterms:modified xsi:type="dcterms:W3CDTF">2024-12-13T12:33:28Z</dcterms:modified>
</cp:coreProperties>
</file>